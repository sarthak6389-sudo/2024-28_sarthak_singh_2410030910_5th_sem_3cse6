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822960" cy="8772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502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3068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8046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School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23068"/>
                </a:solidFill>
                <a:latin typeface="Aptos"/>
              </a:rPr>
              <a:t>WEB DEVELOPMENT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87168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967D2"/>
                </a:solidFill>
                <a:latin typeface="Aptos"/>
              </a:rPr>
              <a:t>Internship Report &amp;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Aptos"/>
              </a:rPr>
              <a:t>Sarthak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947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Aptos"/>
              </a:rPr>
              <a:t>Web Development Intern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434840"/>
            <a:ext cx="2194560" cy="9601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4434840"/>
            <a:ext cx="73152" cy="96012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459943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00176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SnowXAI Technologies Private Limited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4434840"/>
            <a:ext cx="2194560" cy="9601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4434840"/>
            <a:ext cx="73152" cy="96012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59943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00176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01 Jun 2026 – 31 Aug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434840"/>
            <a:ext cx="2194560" cy="9601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434840"/>
            <a:ext cx="73152" cy="96012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599431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001768"/>
            <a:ext cx="1783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New Delhi, India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806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B.Tech (Computer Science &amp; Engineering) • Batch 2024–2028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Key details recorded on the official completion certificate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23444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Internship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7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Web Development Intern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7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01 June 2026 – 31 August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23444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Certificate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92807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SXAI/INT-CERT/2026/002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80360"/>
            <a:ext cx="73152" cy="123444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SnowXAI Technologies Private Limited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8036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880360"/>
            <a:ext cx="73152" cy="123444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Director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447288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Mohd Zaid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880360"/>
            <a:ext cx="3429000" cy="123444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880360"/>
            <a:ext cx="73152" cy="123444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447288"/>
            <a:ext cx="3017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New Delhi, India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68"/>
                </a:solidFill>
                <a:latin typeface="Aptos"/>
              </a:rPr>
              <a:t>Nature of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6636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The certificate records assigned activities and contributions related to Web Development, with practical exposure to professional workflows, project collaboration and relevant technical practices.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Organization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SnowXAI Technologies Private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068"/>
                </a:solidFill>
                <a:latin typeface="Aptos"/>
              </a:rPr>
              <a:t>About the Internship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675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The internship completion certificate identifies SnowXAI Technologies Private Limited as the organization associated with the internship. It states that the internship was undertaken during the pre-incorporation period of the business that subsequently became SnowXAI Technologies Private Limited, and was formally acknowledged and recorded by the company following incorporation.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417320"/>
            <a:ext cx="3429000" cy="10515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09560" y="1417320"/>
            <a:ext cx="73152" cy="10515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984248"/>
            <a:ext cx="30175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SnowXAI Technologies Private Limited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697480"/>
            <a:ext cx="3429000" cy="10515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2697480"/>
            <a:ext cx="73152" cy="105156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862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264408"/>
            <a:ext cx="30175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Mohd Zaid — Director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977639"/>
            <a:ext cx="3429000" cy="10515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3977639"/>
            <a:ext cx="73152" cy="10515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14223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544568"/>
            <a:ext cx="301752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New Delhi,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649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The report therefore focuses on the Web Development internship experience and avoids unsupported claims about specific company products or technologies.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Role: Web Development Intern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Desired role and responsibilities represented in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3068"/>
                </a:solidFill>
                <a:latin typeface="Aptos"/>
              </a:rPr>
              <a:t>Role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023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967D2"/>
                </a:solidFill>
                <a:latin typeface="Aptos"/>
              </a:rPr>
              <a:t>Web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The internship role was officially recorded as Web Development Intern.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325880"/>
            <a:ext cx="2834640" cy="114300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325880"/>
            <a:ext cx="73152" cy="1143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Assigned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892807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Participated in assigned activities related to Web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25880"/>
            <a:ext cx="2834640" cy="114300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325880"/>
            <a:ext cx="73152" cy="114300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490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Project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92807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Contributed to projects related to Web Development.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743200"/>
            <a:ext cx="2834640" cy="114300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743200"/>
            <a:ext cx="73152" cy="114300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907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Professional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310128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Gained exposure to professional workflows and technical practices.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743200"/>
            <a:ext cx="2834640" cy="114300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73152" cy="11430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9077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Collaboration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310128"/>
            <a:ext cx="2423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Gained exposure to project collaboration.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3068"/>
                </a:solidFill>
                <a:latin typeface="Aptos"/>
              </a:rPr>
              <a:t>Key takeaway: the internship connected academic knowledge with practical web-development work and professional project practices.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Objectives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What the internship aimed to develop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5120640" cy="4297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Gain practical exposure to Web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Apply programming and development knowledge to assigned activities.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Understand professional development workflows.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Improve problem-solving and debugging ability.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Understand project collaboration and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17320"/>
            <a:ext cx="5120640" cy="4297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Develop familiarity with relevant technical practices.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Improve confidence in working on web-development tasks.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Connect academic concepts with practical software development.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Build professional discipline and task ownership.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Prepare a foundation for further growth in Web Development.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Scope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Practical areas covered by the reported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Task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Assigned Web Development activities and project-related contributions.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41732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8424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Implementation or modification of web-related functionality.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41732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581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98424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Checking developed work and identifying issues.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39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91839"/>
            <a:ext cx="73152" cy="141732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Debugging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Correcting errors and refining the implementation.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91839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291839"/>
            <a:ext cx="73152" cy="141732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Collaboration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85876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Coordinating with project-related work and communication.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91839"/>
            <a:ext cx="3429000" cy="141732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291839"/>
            <a:ext cx="73152" cy="141732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4564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Professional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858768"/>
            <a:ext cx="3017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Understanding workflow, responsibility and quality expectations.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Aptos"/>
              </a:rPr>
              <a:t>Note: The certificate does not specify a detailed day-wise syllabus, named project, or exact technology stack.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Conceptual System / 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General workflow used to approach a web-development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783080" cy="1508760"/>
          </a:xfrm>
          <a:prstGeom prst="roundRect">
            <a:avLst/>
          </a:prstGeom>
          <a:solidFill>
            <a:srgbClr val="F7FAFF"/>
          </a:solidFill>
          <a:ln>
            <a:solidFill>
              <a:srgbClr val="D2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67D2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93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Task /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95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1F2937"/>
                </a:solidFill>
                <a:latin typeface="Aptos"/>
              </a:rPr>
              <a:t>Understand the assigned requirement.</a:t>
            </a:r>
          </a:p>
        </p:txBody>
      </p:sp>
      <p:sp>
        <p:nvSpPr>
          <p:cNvPr id="9" name="Chevron 8"/>
          <p:cNvSpPr/>
          <p:nvPr/>
        </p:nvSpPr>
        <p:spPr>
          <a:xfrm>
            <a:off x="2395728" y="2039112"/>
            <a:ext cx="320040" cy="320040"/>
          </a:xfrm>
          <a:prstGeom prst="chevron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508760"/>
            <a:ext cx="1783080" cy="1508760"/>
          </a:xfrm>
          <a:prstGeom prst="roundRect">
            <a:avLst/>
          </a:prstGeom>
          <a:solidFill>
            <a:srgbClr val="F7FAFF"/>
          </a:solidFill>
          <a:ln>
            <a:solidFill>
              <a:srgbClr val="D2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67D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993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395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1F2937"/>
                </a:solidFill>
                <a:latin typeface="Aptos"/>
              </a:rPr>
              <a:t>Break the task into manageable steps.</a:t>
            </a:r>
          </a:p>
        </p:txBody>
      </p:sp>
      <p:sp>
        <p:nvSpPr>
          <p:cNvPr id="14" name="Chevron 13"/>
          <p:cNvSpPr/>
          <p:nvPr/>
        </p:nvSpPr>
        <p:spPr>
          <a:xfrm>
            <a:off x="4590288" y="2039112"/>
            <a:ext cx="320040" cy="320040"/>
          </a:xfrm>
          <a:prstGeom prst="chevron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1508760"/>
            <a:ext cx="1783080" cy="1508760"/>
          </a:xfrm>
          <a:prstGeom prst="roundRect">
            <a:avLst/>
          </a:prstGeom>
          <a:solidFill>
            <a:srgbClr val="F7FAFF"/>
          </a:solidFill>
          <a:ln>
            <a:solidFill>
              <a:srgbClr val="D2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8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67D2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1993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395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1F2937"/>
                </a:solidFill>
                <a:latin typeface="Aptos"/>
              </a:rPr>
              <a:t>Implement or modify the required functionality.</a:t>
            </a:r>
          </a:p>
        </p:txBody>
      </p:sp>
      <p:sp>
        <p:nvSpPr>
          <p:cNvPr id="19" name="Chevron 18"/>
          <p:cNvSpPr/>
          <p:nvPr/>
        </p:nvSpPr>
        <p:spPr>
          <a:xfrm>
            <a:off x="6784848" y="2039112"/>
            <a:ext cx="320040" cy="320040"/>
          </a:xfrm>
          <a:prstGeom prst="chevron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508760"/>
            <a:ext cx="1783080" cy="1508760"/>
          </a:xfrm>
          <a:prstGeom prst="roundRect">
            <a:avLst/>
          </a:prstGeom>
          <a:solidFill>
            <a:srgbClr val="F7FAFF"/>
          </a:solidFill>
          <a:ln>
            <a:solidFill>
              <a:srgbClr val="D2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768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67D2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1993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2395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1F2937"/>
                </a:solidFill>
                <a:latin typeface="Aptos"/>
              </a:rPr>
              <a:t>Check functionality and identify issues.</a:t>
            </a:r>
          </a:p>
        </p:txBody>
      </p:sp>
      <p:sp>
        <p:nvSpPr>
          <p:cNvPr id="24" name="Chevron 23"/>
          <p:cNvSpPr/>
          <p:nvPr/>
        </p:nvSpPr>
        <p:spPr>
          <a:xfrm>
            <a:off x="8979408" y="2039112"/>
            <a:ext cx="320040" cy="320040"/>
          </a:xfrm>
          <a:prstGeom prst="chevron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72600" y="1508760"/>
            <a:ext cx="1783080" cy="1508760"/>
          </a:xfrm>
          <a:prstGeom prst="roundRect">
            <a:avLst/>
          </a:prstGeom>
          <a:solidFill>
            <a:srgbClr val="F7FAFF"/>
          </a:solidFill>
          <a:ln>
            <a:solidFill>
              <a:srgbClr val="D2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16642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67D2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1993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Debugging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39572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0">
                <a:solidFill>
                  <a:srgbClr val="1F2937"/>
                </a:solidFill>
                <a:latin typeface="Aptos"/>
              </a:rPr>
              <a:t>Resolve errors and refine the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3794760"/>
            <a:ext cx="214884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123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3931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068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Review / Collaboration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4645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Incorporate feedback and coordinate progress.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794760"/>
            <a:ext cx="214884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1230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3931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068"/>
                </a:solidFill>
                <a:latin typeface="Apto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3068"/>
                </a:solidFill>
                <a:latin typeface="Aptos"/>
              </a:rPr>
              <a:t>Completion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0488" y="46451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Prepare the work for submission or integration.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Activity-oriented approach followed during the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640080" cy="566928"/>
          </a:xfrm>
          <a:prstGeom prst="rect">
            <a:avLst/>
          </a:prstGeom>
          <a:solidFill>
            <a:srgbClr val="12306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5389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325880"/>
            <a:ext cx="2194560" cy="566928"/>
          </a:xfrm>
          <a:prstGeom prst="rect">
            <a:avLst/>
          </a:prstGeom>
          <a:solidFill>
            <a:srgbClr val="12306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45389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325880"/>
            <a:ext cx="7223760" cy="566928"/>
          </a:xfrm>
          <a:prstGeom prst="rect">
            <a:avLst/>
          </a:prstGeom>
          <a:solidFill>
            <a:srgbClr val="12306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1453895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892807"/>
            <a:ext cx="64008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993391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1892807"/>
            <a:ext cx="21945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" y="1993391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Task 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892807"/>
            <a:ext cx="72237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993391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Understand requirements and expected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459736"/>
            <a:ext cx="640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560320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459736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" y="2560320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Planning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39" y="2459736"/>
            <a:ext cx="7223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2560320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Identify the steps needed to complete the activity.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026663"/>
            <a:ext cx="64008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127247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3026663"/>
            <a:ext cx="21945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8488" y="3127247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Implementation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026663"/>
            <a:ext cx="72237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048" y="3127247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Work on the assigned Web Development task.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593591"/>
            <a:ext cx="640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694176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593591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8488" y="3694176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Testing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593591"/>
            <a:ext cx="7223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3694176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Verify the implemented functionality.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4160520"/>
            <a:ext cx="64008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4261104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4160520"/>
            <a:ext cx="21945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18488" y="4261104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Debugging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4160520"/>
            <a:ext cx="72237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13048" y="4261104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Identify and resolve issues.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727448"/>
            <a:ext cx="640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" y="4828032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727448"/>
            <a:ext cx="21945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18488" y="4828032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Collaboration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4727448"/>
            <a:ext cx="7223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13048" y="4828032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Communicate progress and coordinate work.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5294376"/>
            <a:ext cx="64008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408" y="5394960"/>
            <a:ext cx="5120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Aptos"/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4480" y="5294376"/>
            <a:ext cx="21945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18488" y="5394960"/>
            <a:ext cx="20665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5294376"/>
            <a:ext cx="7223760" cy="566928"/>
          </a:xfrm>
          <a:prstGeom prst="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13048" y="5394960"/>
            <a:ext cx="7095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Aptos"/>
              </a:rPr>
              <a:t>Evaluate and improve completed work.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Skills Developed &amp;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Technical and professional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35661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35661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Technical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3063239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• Web Development exposure
• Practical task implementation
• Testing and debugging
• Problem-solving
• Understanding development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35661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3566160"/>
          </a:xfrm>
          <a:prstGeom prst="rect">
            <a:avLst/>
          </a:prstGeom>
          <a:solidFill>
            <a:srgbClr val="123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Professional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7"/>
            <a:ext cx="3063239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• Project collaboration
• Communication
• Task ownership
• Time management
• Receiving and applying 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474720" cy="3566160"/>
          </a:xfrm>
          <a:prstGeom prst="roundRect">
            <a:avLst/>
          </a:prstGeom>
          <a:solidFill>
            <a:srgbClr val="F7FA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73152" cy="356616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90472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3068"/>
                </a:solidFill>
                <a:latin typeface="Aptos"/>
              </a:rPr>
              <a:t>Overall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7"/>
            <a:ext cx="3063239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ptos"/>
              </a:rPr>
              <a:t>• Better practical understanding
• Greater confidence
• Stronger problem-solving approach
• Academic-to-practical connection
• Foundation for future Web Development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23068"/>
                </a:solidFill>
                <a:latin typeface="Aptos"/>
              </a:rPr>
              <a:t>The internship strengthened both technical capability and professional working habits.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Internship Completion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Official completion proof</a:t>
            </a:r>
          </a:p>
        </p:txBody>
      </p:sp>
      <p:pic>
        <p:nvPicPr>
          <p:cNvPr id="5" name="Picture 4" descr="sarthak-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234440"/>
            <a:ext cx="7040879" cy="49819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3068"/>
                </a:solidFill>
                <a:latin typeface="Aptos Display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Aptos"/>
              </a:rPr>
              <a:t>Key takeaways from the Web Development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068"/>
                </a:solidFill>
                <a:latin typeface="Aptos"/>
              </a:rPr>
              <a:t>A valuable bridge between academic learning and practical development.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9875520" cy="26517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Completed the internship as a Web Development Intern at SnowXAI Technologies Private Limited.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Received practical exposure to assigned Web Development activities, professional workflows and project collaboration.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Improved problem-solving, debugging, communication and professional working skills.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Built a stronger foundation for future opportunities in Web Development and software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492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67D2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Sarthak Singh • B.Tech CSE • IILM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653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>
                <a:solidFill>
                  <a:srgbClr val="64748B"/>
                </a:solidFill>
              </a:rPr>
              <a:t>IILM University • School of Computer Science and Engineering</a:t>
            </a:r>
            <a:r>
              <a:rPr sz="850">
                <a:solidFill>
                  <a:srgbClr val="64748B"/>
                </a:solidFill>
              </a:rPr>
              <a:t>   |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